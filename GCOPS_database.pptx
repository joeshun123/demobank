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125" d="100"/>
          <a:sy n="125" d="100"/>
        </p:scale>
        <p:origin x="940" y="6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6DE6B5-B536-06A8-AA75-AA30A702F7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129DA8B-A261-7F29-7429-7B34C8E4CA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DA8A5A-0A76-C72F-8A32-A39F994C5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E529F-7661-4324-809E-98F7E2F3E979}" type="datetimeFigureOut">
              <a:rPr lang="zh-HK" altLang="en-US" smtClean="0"/>
              <a:t>14/1/2026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D894A7-3260-6235-747B-8ABDAA7A4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96ED98-0A9F-19BF-55FE-CDC20639D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90A06-1C2D-4ADB-ABF4-1D8F3238DD0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143192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6B5F9E-CAE2-E73A-0FBD-FAA999321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4D46E9F-A36A-4CD4-BC47-7150940CB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A72C472-2A67-2B26-40CD-10A06224F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E529F-7661-4324-809E-98F7E2F3E979}" type="datetimeFigureOut">
              <a:rPr lang="zh-HK" altLang="en-US" smtClean="0"/>
              <a:t>14/1/2026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5F28E6F-F2ED-ED2A-7CA7-218F68816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3448750-77F2-0F1F-7799-44E46DB94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90A06-1C2D-4ADB-ABF4-1D8F3238DD0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101623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161DCF-42B1-A7C6-DCAB-6B079B4C6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3DD1D3B-5B48-A7C2-B182-A74672770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A933E08-5A3C-327E-5E0D-AF0A916FA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E529F-7661-4324-809E-98F7E2F3E979}" type="datetimeFigureOut">
              <a:rPr lang="zh-HK" altLang="en-US" smtClean="0"/>
              <a:t>14/1/2026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6E9F51-4102-C9E1-4631-16743B9DD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9AD3D2A-5B18-BD1C-3C6C-F5184E686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90A06-1C2D-4ADB-ABF4-1D8F3238DD0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198762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071CA6-2198-7DCC-0866-41C3CBABE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BEA6C6-50BF-FDF3-B534-0816AE0DBE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336E808-2F4E-0226-54D6-69F0F56B87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3A9DDD0-4E2A-CD08-6815-8BA624649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E529F-7661-4324-809E-98F7E2F3E979}" type="datetimeFigureOut">
              <a:rPr lang="zh-HK" altLang="en-US" smtClean="0"/>
              <a:t>14/1/2026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822732E-3862-CD20-337A-2C11A6733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6BAB68E-2E7C-BA38-7675-A3319AB23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90A06-1C2D-4ADB-ABF4-1D8F3238DD0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64365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36A4FA-AC66-52A0-3AFE-A85315D15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9CD9AF0-9DBA-D548-12FF-9CF2FCAC2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EBD0A42-B9DB-2DD7-7898-B6582E007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C79FDD3-30DD-EA2B-4532-DEED6E2A5B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73F903C-A760-D5BD-AE53-FA14F177F4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3359A48-3D2B-F25A-8EDD-FC2098665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E529F-7661-4324-809E-98F7E2F3E979}" type="datetimeFigureOut">
              <a:rPr lang="zh-HK" altLang="en-US" smtClean="0"/>
              <a:t>14/1/2026</a:t>
            </a:fld>
            <a:endParaRPr lang="zh-HK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EB7CF39-657A-CD1E-2E5C-2A564BE94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DEAD40E-8BED-33B1-B9D0-5F6D1001B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90A06-1C2D-4ADB-ABF4-1D8F3238DD0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49946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41D739-15F6-1AC1-9AB4-04D488BBC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ED396D7-B48B-42A8-E517-B39977CB1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E529F-7661-4324-809E-98F7E2F3E979}" type="datetimeFigureOut">
              <a:rPr lang="zh-HK" altLang="en-US" smtClean="0"/>
              <a:t>14/1/2026</a:t>
            </a:fld>
            <a:endParaRPr lang="zh-HK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7500ACD-0AA6-6240-574A-5081453A9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4925F9A-5355-69E5-50C0-06B23E56C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90A06-1C2D-4ADB-ABF4-1D8F3238DD0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81775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9E56E87-B98F-0040-DD37-CFF8D6DBB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E529F-7661-4324-809E-98F7E2F3E979}" type="datetimeFigureOut">
              <a:rPr lang="zh-HK" altLang="en-US" smtClean="0"/>
              <a:t>14/1/2026</a:t>
            </a:fld>
            <a:endParaRPr lang="zh-HK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9873208-82A8-02B5-EE4B-5143816F1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BC9055B-56F9-EEFA-336C-3BF3F5B56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90A06-1C2D-4ADB-ABF4-1D8F3238DD0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0382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972A1E-A662-7F89-FCC7-B2B050609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FD1CBAB-C742-6C54-2541-EC2808D18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EE428FA-FDB0-3A91-D1F8-CA023CDB20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9EF38A1-07A1-98D6-2505-A385E1EB2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E529F-7661-4324-809E-98F7E2F3E979}" type="datetimeFigureOut">
              <a:rPr lang="zh-HK" altLang="en-US" smtClean="0"/>
              <a:t>14/1/2026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33A4314-FE66-2FE1-DE47-BE5122B6C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18E1BF0-6046-3A55-DB10-9362AC01A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90A06-1C2D-4ADB-ABF4-1D8F3238DD0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28077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C22500-86C2-ABB2-79B9-13F7003A9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5260985-3443-0C91-D175-996F14DAAE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46AA0DF-82F5-2B1C-E3CB-09713339D1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A90BD43-E5E6-FBBD-F899-A4AD5B736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E529F-7661-4324-809E-98F7E2F3E979}" type="datetimeFigureOut">
              <a:rPr lang="zh-HK" altLang="en-US" smtClean="0"/>
              <a:t>14/1/2026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D8EFFFB-9780-923B-539B-CB3E67654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CB42F8C-E49C-DED9-492B-194D1326F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90A06-1C2D-4ADB-ABF4-1D8F3238DD0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78342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AD96F9-9230-8AB7-98A9-5BC46192A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4EEE9C9-28C4-DDD1-0590-7EF5C2A56F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088FE36-400C-0483-D1CE-DA7CE2C85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E529F-7661-4324-809E-98F7E2F3E979}" type="datetimeFigureOut">
              <a:rPr lang="zh-HK" altLang="en-US" smtClean="0"/>
              <a:t>14/1/2026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76898B5-07D1-5351-7CDC-561B4E2C1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FB84E41-90A9-8276-1A50-49FBDEBD7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90A06-1C2D-4ADB-ABF4-1D8F3238DD0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60929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BD963C4-7645-27D9-F4B4-6D22595672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41AEE7E-2FF6-D46A-191C-C8373494C6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702E28C-A0AF-3206-447D-B934F095A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E529F-7661-4324-809E-98F7E2F3E979}" type="datetimeFigureOut">
              <a:rPr lang="zh-HK" altLang="en-US" smtClean="0"/>
              <a:t>14/1/2026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4A37200-1C81-DDC0-506F-7F18BB18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5784924-606D-83E9-2002-92CF71276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90A06-1C2D-4ADB-ABF4-1D8F3238DD0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002279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5B3AA0B-F13B-4109-5CD9-FBD34610A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20ADB0C-6259-2C27-C097-709E376AB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FB003D3-267C-CD35-4D9D-4F485A6448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5E529F-7661-4324-809E-98F7E2F3E979}" type="datetimeFigureOut">
              <a:rPr lang="zh-HK" altLang="en-US" smtClean="0"/>
              <a:t>14/1/2026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511AC2A-D5AA-3977-028F-3C8FDE8863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B0F9BFF-6FF2-3FBD-F4D6-45901891E1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190A06-1C2D-4ADB-ABF4-1D8F3238DD0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92165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手繪多邊形: 圖案 41">
            <a:extLst>
              <a:ext uri="{FF2B5EF4-FFF2-40B4-BE49-F238E27FC236}">
                <a16:creationId xmlns:a16="http://schemas.microsoft.com/office/drawing/2014/main" id="{4E90635D-3BAE-C097-0CE7-CB5337A7BE54}"/>
              </a:ext>
            </a:extLst>
          </p:cNvPr>
          <p:cNvSpPr/>
          <p:nvPr/>
        </p:nvSpPr>
        <p:spPr>
          <a:xfrm>
            <a:off x="6515886" y="2661672"/>
            <a:ext cx="2385483" cy="2788306"/>
          </a:xfrm>
          <a:custGeom>
            <a:avLst/>
            <a:gdLst>
              <a:gd name="csX0" fmla="*/ 0 w 2385483"/>
              <a:gd name="csY0" fmla="*/ 2116 h 2810933"/>
              <a:gd name="csX1" fmla="*/ 0 w 2385483"/>
              <a:gd name="csY1" fmla="*/ 2810933 h 2810933"/>
              <a:gd name="csX2" fmla="*/ 2385483 w 2385483"/>
              <a:gd name="csY2" fmla="*/ 2810933 h 2810933"/>
              <a:gd name="csX3" fmla="*/ 2385483 w 2385483"/>
              <a:gd name="csY3" fmla="*/ 1566333 h 2810933"/>
              <a:gd name="csX4" fmla="*/ 2252133 w 2385483"/>
              <a:gd name="csY4" fmla="*/ 1564216 h 2810933"/>
              <a:gd name="csX5" fmla="*/ 1504950 w 2385483"/>
              <a:gd name="csY5" fmla="*/ 1564216 h 2810933"/>
              <a:gd name="csX6" fmla="*/ 1504950 w 2385483"/>
              <a:gd name="csY6" fmla="*/ 0 h 2810933"/>
              <a:gd name="csX7" fmla="*/ 0 w 2385483"/>
              <a:gd name="csY7" fmla="*/ 2116 h 28109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385483" h="2810933">
                <a:moveTo>
                  <a:pt x="0" y="2116"/>
                </a:moveTo>
                <a:lnTo>
                  <a:pt x="0" y="2810933"/>
                </a:lnTo>
                <a:lnTo>
                  <a:pt x="2385483" y="2810933"/>
                </a:lnTo>
                <a:lnTo>
                  <a:pt x="2385483" y="1566333"/>
                </a:lnTo>
                <a:lnTo>
                  <a:pt x="2252133" y="1564216"/>
                </a:lnTo>
                <a:lnTo>
                  <a:pt x="1504950" y="1564216"/>
                </a:lnTo>
                <a:lnTo>
                  <a:pt x="1504950" y="0"/>
                </a:lnTo>
                <a:lnTo>
                  <a:pt x="0" y="2116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20000"/>
            </a:schemeClr>
          </a:solidFill>
          <a:ln cap="rnd">
            <a:solidFill>
              <a:schemeClr val="accent4">
                <a:lumMod val="40000"/>
                <a:lumOff val="60000"/>
              </a:schemeClr>
            </a:solidFill>
            <a:prstDash val="sysDot"/>
            <a:round/>
          </a:ln>
          <a:effectLst/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9" name="手繪多邊形: 圖案 38">
            <a:extLst>
              <a:ext uri="{FF2B5EF4-FFF2-40B4-BE49-F238E27FC236}">
                <a16:creationId xmlns:a16="http://schemas.microsoft.com/office/drawing/2014/main" id="{7A30EFFE-BF00-B9AD-5805-DDAD96AE30B7}"/>
              </a:ext>
            </a:extLst>
          </p:cNvPr>
          <p:cNvSpPr/>
          <p:nvPr/>
        </p:nvSpPr>
        <p:spPr>
          <a:xfrm>
            <a:off x="5168544" y="2661672"/>
            <a:ext cx="2385483" cy="2700028"/>
          </a:xfrm>
          <a:custGeom>
            <a:avLst/>
            <a:gdLst>
              <a:gd name="csX0" fmla="*/ 0 w 2385483"/>
              <a:gd name="csY0" fmla="*/ 2116 h 2810933"/>
              <a:gd name="csX1" fmla="*/ 0 w 2385483"/>
              <a:gd name="csY1" fmla="*/ 2810933 h 2810933"/>
              <a:gd name="csX2" fmla="*/ 2385483 w 2385483"/>
              <a:gd name="csY2" fmla="*/ 2810933 h 2810933"/>
              <a:gd name="csX3" fmla="*/ 2385483 w 2385483"/>
              <a:gd name="csY3" fmla="*/ 1566333 h 2810933"/>
              <a:gd name="csX4" fmla="*/ 2252133 w 2385483"/>
              <a:gd name="csY4" fmla="*/ 1564216 h 2810933"/>
              <a:gd name="csX5" fmla="*/ 1504950 w 2385483"/>
              <a:gd name="csY5" fmla="*/ 1564216 h 2810933"/>
              <a:gd name="csX6" fmla="*/ 1504950 w 2385483"/>
              <a:gd name="csY6" fmla="*/ 0 h 2810933"/>
              <a:gd name="csX7" fmla="*/ 0 w 2385483"/>
              <a:gd name="csY7" fmla="*/ 2116 h 28109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385483" h="2810933">
                <a:moveTo>
                  <a:pt x="0" y="2116"/>
                </a:moveTo>
                <a:lnTo>
                  <a:pt x="0" y="2810933"/>
                </a:lnTo>
                <a:lnTo>
                  <a:pt x="2385483" y="2810933"/>
                </a:lnTo>
                <a:lnTo>
                  <a:pt x="2385483" y="1566333"/>
                </a:lnTo>
                <a:lnTo>
                  <a:pt x="2252133" y="1564216"/>
                </a:lnTo>
                <a:lnTo>
                  <a:pt x="1504950" y="1564216"/>
                </a:lnTo>
                <a:lnTo>
                  <a:pt x="1504950" y="0"/>
                </a:lnTo>
                <a:lnTo>
                  <a:pt x="0" y="2116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20000"/>
            </a:schemeClr>
          </a:solidFill>
          <a:ln cap="rnd">
            <a:solidFill>
              <a:schemeClr val="accent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EF5129DA-4F79-6822-A19F-0422BC7DA8E0}"/>
              </a:ext>
            </a:extLst>
          </p:cNvPr>
          <p:cNvGrpSpPr/>
          <p:nvPr/>
        </p:nvGrpSpPr>
        <p:grpSpPr>
          <a:xfrm>
            <a:off x="6432753" y="4219890"/>
            <a:ext cx="1196630" cy="1189631"/>
            <a:chOff x="5417170" y="3231251"/>
            <a:chExt cx="1196630" cy="1189631"/>
          </a:xfrm>
        </p:grpSpPr>
        <p:pic>
          <p:nvPicPr>
            <p:cNvPr id="1032" name="Picture 8" descr="Table - Free shapes icons">
              <a:extLst>
                <a:ext uri="{FF2B5EF4-FFF2-40B4-BE49-F238E27FC236}">
                  <a16:creationId xmlns:a16="http://schemas.microsoft.com/office/drawing/2014/main" id="{3D648050-30A7-DBA2-7986-04236C2823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21702" y="3231251"/>
              <a:ext cx="765717" cy="7657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A7728CCA-E980-30DD-C847-5A5DD0AD53EF}"/>
                </a:ext>
              </a:extLst>
            </p:cNvPr>
            <p:cNvSpPr txBox="1"/>
            <p:nvPr/>
          </p:nvSpPr>
          <p:spPr>
            <a:xfrm>
              <a:off x="5417170" y="3959217"/>
              <a:ext cx="11966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1200" dirty="0"/>
                <a:t>Event Store (schema)</a:t>
              </a:r>
              <a:endParaRPr lang="zh-HK" altLang="en-US" sz="1200" dirty="0"/>
            </a:p>
          </p:txBody>
        </p:sp>
      </p:grpSp>
      <p:grpSp>
        <p:nvGrpSpPr>
          <p:cNvPr id="7" name="群組 6">
            <a:extLst>
              <a:ext uri="{FF2B5EF4-FFF2-40B4-BE49-F238E27FC236}">
                <a16:creationId xmlns:a16="http://schemas.microsoft.com/office/drawing/2014/main" id="{33B8C4FB-D761-2363-B994-2E91B228F711}"/>
              </a:ext>
            </a:extLst>
          </p:cNvPr>
          <p:cNvGrpSpPr/>
          <p:nvPr/>
        </p:nvGrpSpPr>
        <p:grpSpPr>
          <a:xfrm>
            <a:off x="5214624" y="2890808"/>
            <a:ext cx="1369681" cy="1431635"/>
            <a:chOff x="4105258" y="2075334"/>
            <a:chExt cx="1369681" cy="1431635"/>
          </a:xfrm>
        </p:grpSpPr>
        <p:pic>
          <p:nvPicPr>
            <p:cNvPr id="1026" name="Picture 2" descr="Database table - Free computer icons">
              <a:extLst>
                <a:ext uri="{FF2B5EF4-FFF2-40B4-BE49-F238E27FC236}">
                  <a16:creationId xmlns:a16="http://schemas.microsoft.com/office/drawing/2014/main" id="{F05B78BC-FF6A-7999-8ECA-B123B337D9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05114" y="2075334"/>
              <a:ext cx="969971" cy="9699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EC62C270-6E25-C6CB-0AAB-9691D533EA0F}"/>
                </a:ext>
              </a:extLst>
            </p:cNvPr>
            <p:cNvSpPr txBox="1"/>
            <p:nvPr/>
          </p:nvSpPr>
          <p:spPr>
            <a:xfrm>
              <a:off x="4105258" y="3045304"/>
              <a:ext cx="13696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1200" dirty="0"/>
                <a:t>GC-OPS tables</a:t>
              </a:r>
            </a:p>
            <a:p>
              <a:pPr algn="ctr"/>
              <a:r>
                <a:rPr lang="en-US" altLang="zh-HK" sz="1200" dirty="0"/>
                <a:t>(schema)</a:t>
              </a:r>
              <a:endParaRPr lang="zh-HK" altLang="en-US" sz="1200" dirty="0"/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10E9E2D6-F40C-13AE-40E7-846383B6E78E}"/>
              </a:ext>
            </a:extLst>
          </p:cNvPr>
          <p:cNvGrpSpPr/>
          <p:nvPr/>
        </p:nvGrpSpPr>
        <p:grpSpPr>
          <a:xfrm>
            <a:off x="7446660" y="2890808"/>
            <a:ext cx="1422731" cy="1431636"/>
            <a:chOff x="5931670" y="1324518"/>
            <a:chExt cx="1422731" cy="1431636"/>
          </a:xfrm>
        </p:grpSpPr>
        <p:pic>
          <p:nvPicPr>
            <p:cNvPr id="1028" name="Picture 4" descr="Database table Basic Accent Lineal Color icon | Freepik">
              <a:extLst>
                <a:ext uri="{FF2B5EF4-FFF2-40B4-BE49-F238E27FC236}">
                  <a16:creationId xmlns:a16="http://schemas.microsoft.com/office/drawing/2014/main" id="{A236F192-436D-D02C-555D-05C55CADA9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58051" y="1324518"/>
              <a:ext cx="969971" cy="9699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CCC9B18D-F01D-90C8-8618-3CD14964FC62}"/>
                </a:ext>
              </a:extLst>
            </p:cNvPr>
            <p:cNvSpPr txBox="1"/>
            <p:nvPr/>
          </p:nvSpPr>
          <p:spPr>
            <a:xfrm>
              <a:off x="5931670" y="2294489"/>
              <a:ext cx="14227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1200" dirty="0"/>
                <a:t>V7 GC-BOS tables</a:t>
              </a:r>
            </a:p>
            <a:p>
              <a:pPr algn="ctr"/>
              <a:r>
                <a:rPr lang="en-US" altLang="zh-HK" sz="1200" dirty="0"/>
                <a:t>(schema)</a:t>
              </a:r>
              <a:endParaRPr lang="zh-HK" altLang="en-US" sz="1200" dirty="0"/>
            </a:p>
          </p:txBody>
        </p:sp>
      </p:grpSp>
      <p:pic>
        <p:nvPicPr>
          <p:cNvPr id="1044" name="Picture 20" descr="Apache kafka logo - Free Icon PNG, SVG">
            <a:extLst>
              <a:ext uri="{FF2B5EF4-FFF2-40B4-BE49-F238E27FC236}">
                <a16:creationId xmlns:a16="http://schemas.microsoft.com/office/drawing/2014/main" id="{B367031E-F6A3-54C9-019D-9B79D2C9F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9403" y="5855927"/>
            <a:ext cx="923329" cy="46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CC5693B4-4CC7-E69C-1CAD-2B298C2AB415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4942165" y="1368534"/>
            <a:ext cx="0" cy="8106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A58025C9-010B-988A-7138-9D92D610840F}"/>
              </a:ext>
            </a:extLst>
          </p:cNvPr>
          <p:cNvCxnSpPr>
            <a:cxnSpLocks/>
            <a:stCxn id="1036" idx="2"/>
            <a:endCxn id="13" idx="0"/>
          </p:cNvCxnSpPr>
          <p:nvPr/>
        </p:nvCxnSpPr>
        <p:spPr>
          <a:xfrm flipH="1">
            <a:off x="9154320" y="1368534"/>
            <a:ext cx="5535" cy="7995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群組 56">
            <a:extLst>
              <a:ext uri="{FF2B5EF4-FFF2-40B4-BE49-F238E27FC236}">
                <a16:creationId xmlns:a16="http://schemas.microsoft.com/office/drawing/2014/main" id="{45EEC466-A722-8AC1-36C5-AFE97178F553}"/>
              </a:ext>
            </a:extLst>
          </p:cNvPr>
          <p:cNvGrpSpPr/>
          <p:nvPr/>
        </p:nvGrpSpPr>
        <p:grpSpPr>
          <a:xfrm>
            <a:off x="2057191" y="5230195"/>
            <a:ext cx="858851" cy="789678"/>
            <a:chOff x="2296835" y="4994350"/>
            <a:chExt cx="858851" cy="789678"/>
          </a:xfrm>
        </p:grpSpPr>
        <p:pic>
          <p:nvPicPr>
            <p:cNvPr id="22" name="Picture 2" descr="Server - Free technology icons">
              <a:extLst>
                <a:ext uri="{FF2B5EF4-FFF2-40B4-BE49-F238E27FC236}">
                  <a16:creationId xmlns:a16="http://schemas.microsoft.com/office/drawing/2014/main" id="{7DB9C208-5B87-39A5-C6C7-92C6733CEB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3504" y="4994350"/>
              <a:ext cx="512680" cy="512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Box 1026">
              <a:extLst>
                <a:ext uri="{FF2B5EF4-FFF2-40B4-BE49-F238E27FC236}">
                  <a16:creationId xmlns:a16="http://schemas.microsoft.com/office/drawing/2014/main" id="{7AC4E64A-346A-22F6-FFC9-2ACD11695916}"/>
                </a:ext>
              </a:extLst>
            </p:cNvPr>
            <p:cNvSpPr txBox="1"/>
            <p:nvPr/>
          </p:nvSpPr>
          <p:spPr>
            <a:xfrm>
              <a:off x="2296835" y="5507029"/>
              <a:ext cx="8588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Hydrator</a:t>
              </a:r>
            </a:p>
          </p:txBody>
        </p:sp>
      </p:grp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7A2A514D-397D-7519-E130-DA8C400FD749}"/>
              </a:ext>
            </a:extLst>
          </p:cNvPr>
          <p:cNvCxnSpPr>
            <a:stCxn id="4" idx="2"/>
            <a:endCxn id="1044" idx="0"/>
          </p:cNvCxnSpPr>
          <p:nvPr/>
        </p:nvCxnSpPr>
        <p:spPr>
          <a:xfrm>
            <a:off x="7031068" y="5409521"/>
            <a:ext cx="0" cy="446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B6F9E510-E66D-D5D8-5AA6-D2DD3125011C}"/>
              </a:ext>
            </a:extLst>
          </p:cNvPr>
          <p:cNvCxnSpPr>
            <a:cxnSpLocks/>
            <a:stCxn id="22" idx="0"/>
            <a:endCxn id="1048" idx="2"/>
          </p:cNvCxnSpPr>
          <p:nvPr/>
        </p:nvCxnSpPr>
        <p:spPr>
          <a:xfrm flipV="1">
            <a:off x="2530200" y="4502510"/>
            <a:ext cx="0" cy="7276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477587D9-9C0D-A1C9-00A0-B666DC3DECF6}"/>
              </a:ext>
            </a:extLst>
          </p:cNvPr>
          <p:cNvSpPr/>
          <p:nvPr/>
        </p:nvSpPr>
        <p:spPr>
          <a:xfrm>
            <a:off x="4436904" y="2179146"/>
            <a:ext cx="1010522" cy="594554"/>
          </a:xfrm>
          <a:prstGeom prst="roundRect">
            <a:avLst>
              <a:gd name="adj" fmla="val 8907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1200" dirty="0"/>
              <a:t>GC-OPS </a:t>
            </a:r>
            <a:r>
              <a:rPr lang="en-US" altLang="zh-HK" sz="900" dirty="0"/>
              <a:t>applications</a:t>
            </a:r>
            <a:endParaRPr lang="zh-HK" altLang="en-US" sz="1200" dirty="0"/>
          </a:p>
        </p:txBody>
      </p:sp>
      <p:grpSp>
        <p:nvGrpSpPr>
          <p:cNvPr id="1098" name="群組 1097">
            <a:extLst>
              <a:ext uri="{FF2B5EF4-FFF2-40B4-BE49-F238E27FC236}">
                <a16:creationId xmlns:a16="http://schemas.microsoft.com/office/drawing/2014/main" id="{7636FF36-AC0F-E55D-5D84-E7880AE9AF6A}"/>
              </a:ext>
            </a:extLst>
          </p:cNvPr>
          <p:cNvGrpSpPr/>
          <p:nvPr/>
        </p:nvGrpSpPr>
        <p:grpSpPr>
          <a:xfrm>
            <a:off x="4093185" y="276732"/>
            <a:ext cx="1580687" cy="1020334"/>
            <a:chOff x="3544545" y="272740"/>
            <a:chExt cx="1580687" cy="1020334"/>
          </a:xfrm>
        </p:grpSpPr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7CF4FF92-E07C-0838-94A9-5AB5C308F275}"/>
                </a:ext>
              </a:extLst>
            </p:cNvPr>
            <p:cNvGrpSpPr/>
            <p:nvPr/>
          </p:nvGrpSpPr>
          <p:grpSpPr>
            <a:xfrm>
              <a:off x="3544545" y="523267"/>
              <a:ext cx="1580687" cy="769807"/>
              <a:chOff x="3125314" y="671236"/>
              <a:chExt cx="1580687" cy="769807"/>
            </a:xfrm>
          </p:grpSpPr>
          <p:pic>
            <p:nvPicPr>
              <p:cNvPr id="1034" name="Picture 10" descr="Software application - Free computer icons">
                <a:extLst>
                  <a:ext uri="{FF2B5EF4-FFF2-40B4-BE49-F238E27FC236}">
                    <a16:creationId xmlns:a16="http://schemas.microsoft.com/office/drawing/2014/main" id="{84BB6F14-8281-EEFD-93F1-5C263AA8922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36194" y="671236"/>
                <a:ext cx="769807" cy="7698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8" name="Picture 14" descr="Mobile app Meticulous Lineal Color icon | Freepik">
                <a:extLst>
                  <a:ext uri="{FF2B5EF4-FFF2-40B4-BE49-F238E27FC236}">
                    <a16:creationId xmlns:a16="http://schemas.microsoft.com/office/drawing/2014/main" id="{D4ACC786-0388-D6FB-DB68-A2896104261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25314" y="671236"/>
                <a:ext cx="769807" cy="7698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1793B6D6-4633-8930-4E3B-512A3CBD8418}"/>
                </a:ext>
              </a:extLst>
            </p:cNvPr>
            <p:cNvSpPr txBox="1"/>
            <p:nvPr/>
          </p:nvSpPr>
          <p:spPr>
            <a:xfrm>
              <a:off x="3745225" y="272740"/>
              <a:ext cx="12203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sz="1200" dirty="0"/>
                <a:t>GC-OPS clients</a:t>
              </a:r>
              <a:endParaRPr lang="zh-HK" altLang="en-US" sz="1200" dirty="0"/>
            </a:p>
          </p:txBody>
        </p:sp>
      </p:grpSp>
      <p:grpSp>
        <p:nvGrpSpPr>
          <p:cNvPr id="1096" name="群組 1095">
            <a:extLst>
              <a:ext uri="{FF2B5EF4-FFF2-40B4-BE49-F238E27FC236}">
                <a16:creationId xmlns:a16="http://schemas.microsoft.com/office/drawing/2014/main" id="{BF3E7E33-B2F8-E651-618F-C1A6F9A7D096}"/>
              </a:ext>
            </a:extLst>
          </p:cNvPr>
          <p:cNvGrpSpPr/>
          <p:nvPr/>
        </p:nvGrpSpPr>
        <p:grpSpPr>
          <a:xfrm>
            <a:off x="8445459" y="319813"/>
            <a:ext cx="1428789" cy="1048721"/>
            <a:chOff x="7901769" y="666339"/>
            <a:chExt cx="1428789" cy="1048721"/>
          </a:xfrm>
        </p:grpSpPr>
        <p:pic>
          <p:nvPicPr>
            <p:cNvPr id="1036" name="Picture 12" descr="Application - Free computer icons">
              <a:extLst>
                <a:ext uri="{FF2B5EF4-FFF2-40B4-BE49-F238E27FC236}">
                  <a16:creationId xmlns:a16="http://schemas.microsoft.com/office/drawing/2014/main" id="{2D9556F9-F0F2-246F-159C-0FD19D2623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31261" y="945253"/>
              <a:ext cx="769807" cy="7698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CDD164F3-FBBE-9D69-77AE-25C679C6D99C}"/>
                </a:ext>
              </a:extLst>
            </p:cNvPr>
            <p:cNvSpPr txBox="1"/>
            <p:nvPr/>
          </p:nvSpPr>
          <p:spPr>
            <a:xfrm>
              <a:off x="7901769" y="666339"/>
              <a:ext cx="142878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sz="1200" dirty="0"/>
                <a:t>V7 GC-BOS clients</a:t>
              </a:r>
              <a:endParaRPr lang="zh-HK" altLang="en-US" sz="1200" dirty="0"/>
            </a:p>
          </p:txBody>
        </p:sp>
      </p:grpSp>
      <p:pic>
        <p:nvPicPr>
          <p:cNvPr id="1048" name="Picture 24" descr="Redis original wordmark logo - Free Icon PNG, SVG">
            <a:extLst>
              <a:ext uri="{FF2B5EF4-FFF2-40B4-BE49-F238E27FC236}">
                <a16:creationId xmlns:a16="http://schemas.microsoft.com/office/drawing/2014/main" id="{43552438-F301-5DD6-4900-B81A5A728C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4589" y="4031288"/>
            <a:ext cx="471222" cy="471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25" name="接點: 肘形 1024">
            <a:extLst>
              <a:ext uri="{FF2B5EF4-FFF2-40B4-BE49-F238E27FC236}">
                <a16:creationId xmlns:a16="http://schemas.microsoft.com/office/drawing/2014/main" id="{3DF3D7E7-77E0-6635-D510-F5D1E285286D}"/>
              </a:ext>
            </a:extLst>
          </p:cNvPr>
          <p:cNvCxnSpPr>
            <a:cxnSpLocks/>
            <a:stCxn id="1044" idx="2"/>
            <a:endCxn id="12" idx="2"/>
          </p:cNvCxnSpPr>
          <p:nvPr/>
        </p:nvCxnSpPr>
        <p:spPr>
          <a:xfrm rot="5400000" flipH="1">
            <a:off x="4214671" y="3501195"/>
            <a:ext cx="3543892" cy="2088903"/>
          </a:xfrm>
          <a:prstGeom prst="bentConnector3">
            <a:avLst>
              <a:gd name="adj1" fmla="val -5161"/>
            </a:avLst>
          </a:prstGeom>
          <a:ln>
            <a:solidFill>
              <a:schemeClr val="accent1">
                <a:lumMod val="40000"/>
                <a:lumOff val="60000"/>
                <a:alpha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3" name="接點: 肘形 1032">
            <a:extLst>
              <a:ext uri="{FF2B5EF4-FFF2-40B4-BE49-F238E27FC236}">
                <a16:creationId xmlns:a16="http://schemas.microsoft.com/office/drawing/2014/main" id="{351C62F6-891A-0521-3248-209912E6ABC8}"/>
              </a:ext>
            </a:extLst>
          </p:cNvPr>
          <p:cNvCxnSpPr>
            <a:cxnSpLocks/>
            <a:stCxn id="1044" idx="2"/>
            <a:endCxn id="13" idx="2"/>
          </p:cNvCxnSpPr>
          <p:nvPr/>
        </p:nvCxnSpPr>
        <p:spPr>
          <a:xfrm rot="5400000" flipH="1" flipV="1">
            <a:off x="6315214" y="3478487"/>
            <a:ext cx="3554959" cy="2123252"/>
          </a:xfrm>
          <a:prstGeom prst="bentConnector3">
            <a:avLst>
              <a:gd name="adj1" fmla="val -5001"/>
            </a:avLst>
          </a:prstGeom>
          <a:ln>
            <a:solidFill>
              <a:schemeClr val="accent2">
                <a:lumMod val="40000"/>
                <a:lumOff val="60000"/>
                <a:alpha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9" name="接點: 肘形 1038">
            <a:extLst>
              <a:ext uri="{FF2B5EF4-FFF2-40B4-BE49-F238E27FC236}">
                <a16:creationId xmlns:a16="http://schemas.microsoft.com/office/drawing/2014/main" id="{22D377BF-7E48-C577-A74E-8FBE02E571F4}"/>
              </a:ext>
            </a:extLst>
          </p:cNvPr>
          <p:cNvCxnSpPr>
            <a:stCxn id="1044" idx="2"/>
            <a:endCxn id="23" idx="2"/>
          </p:cNvCxnSpPr>
          <p:nvPr/>
        </p:nvCxnSpPr>
        <p:spPr>
          <a:xfrm rot="5400000" flipH="1">
            <a:off x="4609983" y="3896508"/>
            <a:ext cx="297719" cy="4544451"/>
          </a:xfrm>
          <a:prstGeom prst="bentConnector3">
            <a:avLst>
              <a:gd name="adj1" fmla="val -13309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1" name="文字方塊 1050">
            <a:extLst>
              <a:ext uri="{FF2B5EF4-FFF2-40B4-BE49-F238E27FC236}">
                <a16:creationId xmlns:a16="http://schemas.microsoft.com/office/drawing/2014/main" id="{8E1A6E4C-9A26-938C-CC4F-3A798CE8D08C}"/>
              </a:ext>
            </a:extLst>
          </p:cNvPr>
          <p:cNvSpPr txBox="1"/>
          <p:nvPr/>
        </p:nvSpPr>
        <p:spPr>
          <a:xfrm>
            <a:off x="9217519" y="4574488"/>
            <a:ext cx="110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1200" dirty="0"/>
              <a:t>Sync OPS owned data</a:t>
            </a:r>
            <a:endParaRPr lang="zh-HK" altLang="en-US" sz="1200" dirty="0"/>
          </a:p>
        </p:txBody>
      </p:sp>
      <p:sp>
        <p:nvSpPr>
          <p:cNvPr id="1052" name="文字方塊 1051">
            <a:extLst>
              <a:ext uri="{FF2B5EF4-FFF2-40B4-BE49-F238E27FC236}">
                <a16:creationId xmlns:a16="http://schemas.microsoft.com/office/drawing/2014/main" id="{BDDBA4EB-87CF-08EF-CAB4-4834140FFBE4}"/>
              </a:ext>
            </a:extLst>
          </p:cNvPr>
          <p:cNvSpPr txBox="1"/>
          <p:nvPr/>
        </p:nvSpPr>
        <p:spPr>
          <a:xfrm>
            <a:off x="3724440" y="4574488"/>
            <a:ext cx="110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HK" sz="1200" dirty="0"/>
              <a:t>Sync BOS owned data</a:t>
            </a:r>
            <a:endParaRPr lang="zh-HK" altLang="en-US" sz="1200" dirty="0"/>
          </a:p>
        </p:txBody>
      </p:sp>
      <p:sp>
        <p:nvSpPr>
          <p:cNvPr id="1055" name="文字方塊 1054">
            <a:extLst>
              <a:ext uri="{FF2B5EF4-FFF2-40B4-BE49-F238E27FC236}">
                <a16:creationId xmlns:a16="http://schemas.microsoft.com/office/drawing/2014/main" id="{6183D60C-7660-C5E6-A859-CF03F94C3360}"/>
              </a:ext>
            </a:extLst>
          </p:cNvPr>
          <p:cNvSpPr txBox="1"/>
          <p:nvPr/>
        </p:nvSpPr>
        <p:spPr>
          <a:xfrm>
            <a:off x="7051983" y="5492346"/>
            <a:ext cx="502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1200" dirty="0"/>
              <a:t>CDC</a:t>
            </a:r>
            <a:endParaRPr lang="zh-HK" altLang="en-US" sz="1200" dirty="0"/>
          </a:p>
        </p:txBody>
      </p:sp>
      <p:cxnSp>
        <p:nvCxnSpPr>
          <p:cNvPr id="1062" name="接點: 肘形 1061">
            <a:extLst>
              <a:ext uri="{FF2B5EF4-FFF2-40B4-BE49-F238E27FC236}">
                <a16:creationId xmlns:a16="http://schemas.microsoft.com/office/drawing/2014/main" id="{4019033C-D0F1-8BF9-FB1D-EB94EDBA7F84}"/>
              </a:ext>
            </a:extLst>
          </p:cNvPr>
          <p:cNvCxnSpPr>
            <a:cxnSpLocks/>
            <a:stCxn id="12" idx="1"/>
            <a:endCxn id="1048" idx="0"/>
          </p:cNvCxnSpPr>
          <p:nvPr/>
        </p:nvCxnSpPr>
        <p:spPr>
          <a:xfrm rot="10800000" flipV="1">
            <a:off x="2530200" y="2476422"/>
            <a:ext cx="1906704" cy="1554865"/>
          </a:xfrm>
          <a:prstGeom prst="bentConnector2">
            <a:avLst/>
          </a:prstGeom>
          <a:ln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0" name="文字方塊 1069">
            <a:extLst>
              <a:ext uri="{FF2B5EF4-FFF2-40B4-BE49-F238E27FC236}">
                <a16:creationId xmlns:a16="http://schemas.microsoft.com/office/drawing/2014/main" id="{C3C97364-42F0-B6EA-856F-6D7E9129D9B9}"/>
              </a:ext>
            </a:extLst>
          </p:cNvPr>
          <p:cNvSpPr txBox="1"/>
          <p:nvPr/>
        </p:nvSpPr>
        <p:spPr>
          <a:xfrm>
            <a:off x="2435235" y="2203423"/>
            <a:ext cx="1348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1200" dirty="0" err="1"/>
              <a:t>PubSub</a:t>
            </a:r>
            <a:r>
              <a:rPr lang="en-US" altLang="zh-HK" sz="1200" dirty="0"/>
              <a:t>/query</a:t>
            </a:r>
            <a:endParaRPr lang="zh-HK" altLang="en-US" sz="1200" dirty="0"/>
          </a:p>
        </p:txBody>
      </p:sp>
      <p:sp>
        <p:nvSpPr>
          <p:cNvPr id="1071" name="文字方塊 1070">
            <a:extLst>
              <a:ext uri="{FF2B5EF4-FFF2-40B4-BE49-F238E27FC236}">
                <a16:creationId xmlns:a16="http://schemas.microsoft.com/office/drawing/2014/main" id="{F0ADB6ED-A0E6-4F79-4F3B-7F9F384B405C}"/>
              </a:ext>
            </a:extLst>
          </p:cNvPr>
          <p:cNvSpPr txBox="1"/>
          <p:nvPr/>
        </p:nvSpPr>
        <p:spPr>
          <a:xfrm>
            <a:off x="1327564" y="5255702"/>
            <a:ext cx="9047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HK" sz="1200" dirty="0"/>
              <a:t>Construct cache</a:t>
            </a:r>
            <a:endParaRPr lang="zh-HK" altLang="en-US" sz="1200" dirty="0"/>
          </a:p>
        </p:txBody>
      </p:sp>
      <p:grpSp>
        <p:nvGrpSpPr>
          <p:cNvPr id="1075" name="群組 1074">
            <a:extLst>
              <a:ext uri="{FF2B5EF4-FFF2-40B4-BE49-F238E27FC236}">
                <a16:creationId xmlns:a16="http://schemas.microsoft.com/office/drawing/2014/main" id="{B8F26694-2090-FA9B-2380-023C1F5C6CC1}"/>
              </a:ext>
            </a:extLst>
          </p:cNvPr>
          <p:cNvGrpSpPr/>
          <p:nvPr/>
        </p:nvGrpSpPr>
        <p:grpSpPr>
          <a:xfrm>
            <a:off x="10185284" y="6168734"/>
            <a:ext cx="1234758" cy="461665"/>
            <a:chOff x="9638246" y="6052851"/>
            <a:chExt cx="1234758" cy="461665"/>
          </a:xfrm>
        </p:grpSpPr>
        <p:sp>
          <p:nvSpPr>
            <p:cNvPr id="1072" name="矩形: 圓角 1071">
              <a:extLst>
                <a:ext uri="{FF2B5EF4-FFF2-40B4-BE49-F238E27FC236}">
                  <a16:creationId xmlns:a16="http://schemas.microsoft.com/office/drawing/2014/main" id="{EF2DFD4D-FEF6-E9F1-A365-5DD287FB082D}"/>
                </a:ext>
              </a:extLst>
            </p:cNvPr>
            <p:cNvSpPr/>
            <p:nvPr/>
          </p:nvSpPr>
          <p:spPr>
            <a:xfrm>
              <a:off x="9638246" y="6118512"/>
              <a:ext cx="253466" cy="134651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  <a:alpha val="20000"/>
              </a:schemeClr>
            </a:solidFill>
            <a:ln>
              <a:solidFill>
                <a:schemeClr val="accent2">
                  <a:lumMod val="40000"/>
                  <a:lumOff val="6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200" dirty="0"/>
            </a:p>
          </p:txBody>
        </p:sp>
        <p:sp>
          <p:nvSpPr>
            <p:cNvPr id="1073" name="矩形: 圓角 1072">
              <a:extLst>
                <a:ext uri="{FF2B5EF4-FFF2-40B4-BE49-F238E27FC236}">
                  <a16:creationId xmlns:a16="http://schemas.microsoft.com/office/drawing/2014/main" id="{0E82F627-23F8-93E5-D794-4D3BE3593102}"/>
                </a:ext>
              </a:extLst>
            </p:cNvPr>
            <p:cNvSpPr/>
            <p:nvPr/>
          </p:nvSpPr>
          <p:spPr>
            <a:xfrm>
              <a:off x="9638246" y="6304386"/>
              <a:ext cx="253467" cy="121814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  <a:alpha val="2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200" dirty="0"/>
            </a:p>
          </p:txBody>
        </p:sp>
        <p:sp>
          <p:nvSpPr>
            <p:cNvPr id="1074" name="文字方塊 1073">
              <a:extLst>
                <a:ext uri="{FF2B5EF4-FFF2-40B4-BE49-F238E27FC236}">
                  <a16:creationId xmlns:a16="http://schemas.microsoft.com/office/drawing/2014/main" id="{1D4BA652-CA46-5D51-D167-137BBD6D2D8A}"/>
                </a:ext>
              </a:extLst>
            </p:cNvPr>
            <p:cNvSpPr txBox="1"/>
            <p:nvPr/>
          </p:nvSpPr>
          <p:spPr>
            <a:xfrm>
              <a:off x="9880599" y="6052851"/>
              <a:ext cx="9924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1200" dirty="0"/>
                <a:t>Transaction boundary</a:t>
              </a:r>
              <a:endParaRPr lang="zh-HK" altLang="en-US" sz="1200" dirty="0"/>
            </a:p>
          </p:txBody>
        </p:sp>
      </p:grpSp>
      <p:sp>
        <p:nvSpPr>
          <p:cNvPr id="1076" name="文字方塊 1075">
            <a:extLst>
              <a:ext uri="{FF2B5EF4-FFF2-40B4-BE49-F238E27FC236}">
                <a16:creationId xmlns:a16="http://schemas.microsoft.com/office/drawing/2014/main" id="{54E2C260-5B95-8199-F83F-1F08BBA769AD}"/>
              </a:ext>
            </a:extLst>
          </p:cNvPr>
          <p:cNvSpPr txBox="1"/>
          <p:nvPr/>
        </p:nvSpPr>
        <p:spPr>
          <a:xfrm>
            <a:off x="378176" y="227601"/>
            <a:ext cx="3074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/>
              <a:t>GC-OPS &amp; V7 GC-BOS tables</a:t>
            </a:r>
            <a:endParaRPr lang="zh-HK" altLang="en-US" dirty="0"/>
          </a:p>
        </p:txBody>
      </p:sp>
      <p:cxnSp>
        <p:nvCxnSpPr>
          <p:cNvPr id="1103" name="接點: 肘形 1102">
            <a:extLst>
              <a:ext uri="{FF2B5EF4-FFF2-40B4-BE49-F238E27FC236}">
                <a16:creationId xmlns:a16="http://schemas.microsoft.com/office/drawing/2014/main" id="{A43A2264-8925-AA4E-8D2D-36EBFC25E31D}"/>
              </a:ext>
            </a:extLst>
          </p:cNvPr>
          <p:cNvCxnSpPr>
            <a:cxnSpLocks/>
          </p:cNvCxnSpPr>
          <p:nvPr/>
        </p:nvCxnSpPr>
        <p:spPr>
          <a:xfrm rot="10800000">
            <a:off x="5214624" y="2178109"/>
            <a:ext cx="3706893" cy="265890"/>
          </a:xfrm>
          <a:prstGeom prst="bentConnector4">
            <a:avLst>
              <a:gd name="adj1" fmla="val -257"/>
              <a:gd name="adj2" fmla="val 193617"/>
            </a:avLst>
          </a:prstGeom>
          <a:ln>
            <a:solidFill>
              <a:schemeClr val="accent1"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E9F759AD-C181-D262-9E46-52088735A31F}"/>
              </a:ext>
            </a:extLst>
          </p:cNvPr>
          <p:cNvSpPr/>
          <p:nvPr/>
        </p:nvSpPr>
        <p:spPr>
          <a:xfrm>
            <a:off x="8649058" y="2168079"/>
            <a:ext cx="1010523" cy="594554"/>
          </a:xfrm>
          <a:prstGeom prst="roundRect">
            <a:avLst>
              <a:gd name="adj" fmla="val 10317"/>
            </a:avLst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1200" dirty="0"/>
              <a:t>V7 GC-BOS </a:t>
            </a:r>
            <a:r>
              <a:rPr lang="en-US" altLang="zh-HK" sz="900" dirty="0"/>
              <a:t>applications</a:t>
            </a:r>
            <a:endParaRPr lang="zh-HK" altLang="en-US" sz="1200" dirty="0"/>
          </a:p>
        </p:txBody>
      </p:sp>
      <p:cxnSp>
        <p:nvCxnSpPr>
          <p:cNvPr id="1116" name="直線單箭頭接點 1115">
            <a:extLst>
              <a:ext uri="{FF2B5EF4-FFF2-40B4-BE49-F238E27FC236}">
                <a16:creationId xmlns:a16="http://schemas.microsoft.com/office/drawing/2014/main" id="{B9574383-D4C4-2C7D-0FF2-608A5F17D9A9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5447426" y="2465356"/>
            <a:ext cx="3201632" cy="11067"/>
          </a:xfrm>
          <a:prstGeom prst="straightConnector1">
            <a:avLst/>
          </a:prstGeom>
          <a:ln>
            <a:solidFill>
              <a:schemeClr val="accent1"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7" name="文字方塊 1116">
            <a:extLst>
              <a:ext uri="{FF2B5EF4-FFF2-40B4-BE49-F238E27FC236}">
                <a16:creationId xmlns:a16="http://schemas.microsoft.com/office/drawing/2014/main" id="{BC3CF73F-F881-52E1-BD83-1B56CB8B697A}"/>
              </a:ext>
            </a:extLst>
          </p:cNvPr>
          <p:cNvSpPr txBox="1"/>
          <p:nvPr/>
        </p:nvSpPr>
        <p:spPr>
          <a:xfrm>
            <a:off x="5097022" y="1659846"/>
            <a:ext cx="2465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1200" dirty="0"/>
              <a:t>BOS change OPS owned data (API)</a:t>
            </a:r>
            <a:endParaRPr lang="zh-HK" altLang="en-US" sz="1200" dirty="0"/>
          </a:p>
        </p:txBody>
      </p:sp>
      <p:sp>
        <p:nvSpPr>
          <p:cNvPr id="1119" name="文字方塊 1118">
            <a:extLst>
              <a:ext uri="{FF2B5EF4-FFF2-40B4-BE49-F238E27FC236}">
                <a16:creationId xmlns:a16="http://schemas.microsoft.com/office/drawing/2014/main" id="{E2D6959F-4DA3-6382-1513-53A0391A61D6}"/>
              </a:ext>
            </a:extLst>
          </p:cNvPr>
          <p:cNvSpPr txBox="1"/>
          <p:nvPr/>
        </p:nvSpPr>
        <p:spPr>
          <a:xfrm>
            <a:off x="6225146" y="2188383"/>
            <a:ext cx="2465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1200" dirty="0"/>
              <a:t>OPS change BOS owned data (API)</a:t>
            </a:r>
            <a:endParaRPr lang="zh-HK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818929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64</Words>
  <Application>Microsoft Office PowerPoint</Application>
  <PresentationFormat>寬螢幕</PresentationFormat>
  <Paragraphs>19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Kwok Joe</dc:creator>
  <cp:lastModifiedBy>Kwok Joe</cp:lastModifiedBy>
  <cp:revision>36</cp:revision>
  <dcterms:created xsi:type="dcterms:W3CDTF">2026-01-14T15:36:29Z</dcterms:created>
  <dcterms:modified xsi:type="dcterms:W3CDTF">2026-01-14T16:42:42Z</dcterms:modified>
</cp:coreProperties>
</file>